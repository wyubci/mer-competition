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MER-PS 情绪脑电比赛策略复盘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从数据、评价指标、实验演进到当前最优框架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2563EB"/>
                </a:solidFill>
                <a:latin typeface="Microsoft YaHei"/>
              </a:rPr>
              <a:t>目标：用 EEG（脑电图）+ fNIRS（功能性近红外光谱）预测 1 Hz 连续 valence（效价）/ arousal（唤醒度）轨迹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6126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当前最佳：222_BCRF_onSCRF，其中 BCRF（贝叶斯可信残差场）叠加 SCRF（符号一致残差场），Overall MAE（总体平均绝对误差）= 28.6868。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最佳 EEG-fNIRS 信号融合：CCMI（保守跨模态交集） PriorSlopeGate，Overall MAE = 28.7145。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去视频/时间先验首批：333_PCAEarlyDirectRidge_c8_a10000p0_SignalSmooth5，Overall MAE = 47.0764。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5087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16A34A"/>
                </a:solidFill>
                <a:latin typeface="Microsoft YaHei"/>
              </a:rPr>
              <a:t>28.6868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Overall MAE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5087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2563EB"/>
                </a:solidFill>
                <a:latin typeface="Microsoft YaHei"/>
              </a:rPr>
              <a:t>1-335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实验编号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0" y="1508760"/>
            <a:ext cx="960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0D9488"/>
                </a:solidFill>
                <a:latin typeface="Microsoft YaHei"/>
              </a:rPr>
              <a:t>181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78892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97706"/>
                </a:solidFill>
                <a:latin typeface="Microsoft YaHei"/>
              </a:rPr>
              <a:t>核心判断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数据量小且跨主体，纯大模型容易过拟合；有效改进来自低自由度先验、可信残差和保守多模态交集。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251960"/>
            <a:ext cx="4160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当前问题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最优模型仍混入 video/time 标签结构，需要官方式直接信号处理实验来确认泛化价值。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赛题与数据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MER-PS: synchronized EEG（脑电图）+ fNIRS（功能性近红外光谱） continuous emotion decoding（连续情绪解码）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56692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02336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训练验证主体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test_1 ~ test_24，subject-disjoint CV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每主体试次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15 段情绪诱发视频，含 5 秒 baseline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EEG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64 通道，原 1000 Hz，赛题文件 200 Hz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fNIRS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51 通道，47.62 Hz，6 类信号类型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标签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valence / arousal，1 Hz，整数 [1,255]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20840" y="1417320"/>
            <a:ext cx="4526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2563EB"/>
                </a:solidFill>
                <a:latin typeface="Microsoft YaHei"/>
              </a:rPr>
              <a:t>预测文件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sample_id,valence,arousal；每个 sample_id 必须出现且只出现一次。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2651760"/>
            <a:ext cx="4526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评价指标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Overall MAE = valence 和 arousal 绝对误差的平均；越低越好。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886200"/>
            <a:ext cx="4526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风险点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公开视频身份和时间位置会形成强先验；若依赖过强，leaderboard 外泛化可能不稳。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实验规模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从官方 demo 到 320 轮编号实验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2563EB"/>
                </a:solidFill>
                <a:latin typeface="Microsoft YaHei"/>
              </a:rPr>
              <a:t>181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结果 JSON 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0D9488"/>
                </a:solidFill>
                <a:latin typeface="Microsoft YaHei"/>
              </a:rPr>
              <a:t>169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非 smoke 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41732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16A34A"/>
                </a:solidFill>
                <a:latin typeface="Microsoft YaHei"/>
              </a:rPr>
              <a:t>316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唯一编号覆盖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41732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D97706"/>
                </a:solidFill>
                <a:latin typeface="Microsoft YaHei"/>
              </a:rPr>
              <a:t>2231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累计结果行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41732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DC2626"/>
                </a:solidFill>
                <a:latin typeface="Microsoft YaHei"/>
              </a:rPr>
              <a:t>12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Smoke 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严格说：结果文件中非 smoke 的编号覆盖 301 个 iteration ID，编号推进到 320。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累计 aggregate result 2122 条，包含多 seed、多折、模块变体和补充验证。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Smoke 结果只用于筛掉明显不值得跑 full CV 的方案，不能和 24-subject CV 直接比绝对分数。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当前最优结果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官方 demo 不是强 baseline；我们的最优来自输出校准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104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508760"/>
                <a:gridCol w="1508760"/>
                <a:gridCol w="150876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Overall MAE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Valence MAE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Arousal MAE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Official ASAC demo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47.0087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49.2285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44.7890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提交接口参考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333_PCAEarlyDirectRidge_c8_a10000p0_SignalSmooth5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47.0764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50.6582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43.4946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去 video/time 先验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PatternPrior_098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28.7462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26.9738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30.5186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强视频/时间先验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Best EEG-fNIRS CCMI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28.7145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26.9144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最佳信号融合路径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222_BCRF_onSCRF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16A34A"/>
                          </a:solidFill>
                          <a:latin typeface="Microsoft YaHei"/>
                        </a:rPr>
                        <a:t>28.6868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26.8958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当前全局最佳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343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250">
                <a:solidFill>
                  <a:srgbClr val="0F172A"/>
                </a:solidFill>
                <a:latin typeface="Microsoft YaHei"/>
              </a:rPr>
              <a:t>• ASAC demo 参数很少，主要验证提交接口；在 test_21~test_24 上 Overall MAE = 47.0087。</a:t>
            </a:r>
          </a:p>
          <a:p>
            <a:pPr>
              <a:spcAft>
                <a:spcPts val="600"/>
              </a:spcAft>
            </a:pPr>
            <a:r>
              <a:rPr b="0" sz="1250">
                <a:solidFill>
                  <a:srgbClr val="0F172A"/>
                </a:solidFill>
                <a:latin typeface="Microsoft YaHei"/>
              </a:rPr>
              <a:t>• 去 video/time 先验后，最佳直接信号模型为 47.0764，说明信号本身只带来小幅改善。</a:t>
            </a:r>
          </a:p>
          <a:p>
            <a:pPr>
              <a:spcAft>
                <a:spcPts val="600"/>
              </a:spcAft>
            </a:pPr>
            <a:r>
              <a:rPr b="0" sz="1250">
                <a:solidFill>
                  <a:srgbClr val="0F172A"/>
                </a:solidFill>
                <a:latin typeface="Microsoft YaHei"/>
              </a:rPr>
              <a:t>• PatternPrior 已经很强，说明视频/时间结构解释了大量标签变化。</a:t>
            </a:r>
          </a:p>
          <a:p>
            <a:pPr>
              <a:spcAft>
                <a:spcPts val="600"/>
              </a:spcAft>
            </a:pPr>
            <a:r>
              <a:rPr b="0" sz="1250">
                <a:solidFill>
                  <a:srgbClr val="0F172A"/>
                </a:solidFill>
                <a:latin typeface="Microsoft YaHei"/>
              </a:rPr>
              <a:t>• BCRF_onSCRF 只比 SCRF 提升 0.0001，说明后期收益很小，需要更扎实的去先验验证。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策略演进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先广泛复现，再收敛到低自由度可信校准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3657600"/>
                <a:gridCol w="4160520"/>
              </a:tblGrid>
              <a:tr h="568234">
                <a:tc>
                  <a:txBody>
                    <a:bodyPr/>
                    <a:lstStyle/>
                    <a:p>
                      <a:pPr algn="ctr"/>
                      <a:r>
                        <a:rPr b="1" sz="869">
                          <a:solidFill>
                            <a:srgbClr val="FFFFFF"/>
                          </a:solidFill>
                          <a:latin typeface="Microsoft YaHei"/>
                        </a:rPr>
                        <a:t>轮次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9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9">
                          <a:solidFill>
                            <a:srgbClr val="FFFFFF"/>
                          </a:solidFill>
                          <a:latin typeface="Microsoft YaHei"/>
                        </a:rPr>
                        <a:t>目的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9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1-20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Graph/Mamba/SSM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验证深模型是否能吃到生理信号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容易过拟合，收益不稳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28-63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蒸馏/时序/教师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参考 AffectGPT、时序模型和 teacher residual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教师信息有限，标签先验更强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64-104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Pattern prior / confidence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视频、时间、状态条件先验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形成强基线 28.7 左右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105-200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大规模架构搜索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残差、平滑、risk expert、dimwise fusion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确认 valence 可修，arousal 要保守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212-228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SCRF / BCRF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可信残差场输出校准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当前全局最佳 28.6868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229-320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EEG-fNIRS 融合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OOF gate、NOVA、CCMI、fNIRS all6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信号路径最佳 28.7145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为什么不是盲目堆大模型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训练样本的有效自由度远小于原始时间点数量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349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350">
                <a:solidFill>
                  <a:srgbClr val="0F172A"/>
                </a:solidFill>
                <a:latin typeface="Microsoft YaHei"/>
              </a:rPr>
              <a:t>• 24 个主体，每主体 15 段视频；subject-disjoint 要求模型跨人泛化。</a:t>
            </a:r>
          </a:p>
          <a:p>
            <a:pPr>
              <a:spcAft>
                <a:spcPts val="600"/>
              </a:spcAft>
            </a:pPr>
            <a:r>
              <a:rPr b="0" sz="1350">
                <a:solidFill>
                  <a:srgbClr val="0F172A"/>
                </a:solidFill>
                <a:latin typeface="Microsoft YaHei"/>
              </a:rPr>
              <a:t>• 1 Hz 标签虽然有很多时间点，但相邻标签高度相关，不能当作独立样本。</a:t>
            </a:r>
          </a:p>
          <a:p>
            <a:pPr>
              <a:spcAft>
                <a:spcPts val="600"/>
              </a:spcAft>
            </a:pPr>
            <a:r>
              <a:rPr b="0" sz="1350">
                <a:solidFill>
                  <a:srgbClr val="0F172A"/>
                </a:solidFill>
                <a:latin typeface="Microsoft YaHei"/>
              </a:rPr>
              <a:t>• EEG/fNIRS 维度高、噪声大、个体差异强；高参数模型更容易记住 subject/video 模式。</a:t>
            </a:r>
          </a:p>
          <a:p>
            <a:pPr>
              <a:spcAft>
                <a:spcPts val="600"/>
              </a:spcAft>
            </a:pPr>
            <a:r>
              <a:rPr b="0" sz="1350">
                <a:solidFill>
                  <a:srgbClr val="0F172A"/>
                </a:solidFill>
                <a:latin typeface="Microsoft YaHei"/>
              </a:rPr>
              <a:t>• 因此有效策略是：先建立强低维先验，再只接受可信的残差信号。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08760"/>
            <a:ext cx="4389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2563EB"/>
                </a:solidFill>
                <a:latin typeface="Microsoft YaHei"/>
              </a:rPr>
              <a:t>数学直觉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y = prior(video,time) + reliable_residual(signal) + noise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2743200"/>
            <a:ext cx="4389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模型约束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残差 correction 的自由度必须小，且要有 OOF 可信度估计。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977639"/>
            <a:ext cx="4389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下一步实验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去掉 video/time prior 后，直接评估 EEG+fNIRS 的可解码能力。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数据预处理模块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五种预处理对比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98448"/>
          <a:ext cx="90525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97280"/>
                <a:gridCol w="1097280"/>
                <a:gridCol w="1097280"/>
                <a:gridCol w="1828800"/>
                <a:gridCol w="731520"/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>预处理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>Overall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>Valence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>Arousal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>验证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 fNIRS types
+ baseline mean subtraction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28.7176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26.9206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Full 24-subject CV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6 fNIRS types
+ baseline mean subtraction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28.7145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26.9144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Full 24-subject CV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16A34A"/>
                          </a:solidFill>
                          <a:latin typeface="Microsoft YaHei"/>
                        </a:rPr>
                        <a:t>推荐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6 fNIRS types
+ no baseline subtraction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28.7462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26.9738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30.5186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Full 24-subject CV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6 fNIRS types
+ trial z-score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28.3478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25.5020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31.1936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4-subject smoke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6 fNIRS types
+ subject z-score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28.3259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25.4582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31.1936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4-subject smoke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834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结论：6 类 fNIRS + baseline mean subtraction 最稳；不做 baseline subtraction 会回落到 PatternPrior。</a:t>
            </a:r>
          </a:p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trial/subject z-score 仅 smoke，绝对分数不可横比；它提示幅值信息不能随便抹掉。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CCMI 融合模块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保守交集比大容量注意力更适合当前数据量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90982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234440"/>
                <a:gridCol w="1234440"/>
                <a:gridCol w="1234440"/>
                <a:gridCol w="82296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融合方法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Overall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Valence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Arousal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OOF agreement weighted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28.7352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26.9518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30.5186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MinMagnitudeAgreement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28.7297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26.9408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30.5186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CCMI MinOverlap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28.7186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26.9226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CCMI HRFDelayedFNIRS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28.7178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26.9211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CCMI PriorSlopeGate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28.7145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26.9144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16A34A"/>
                          </a:solidFill>
                          <a:latin typeface="Microsoft YaHei"/>
                        </a:rPr>
                        <a:t>推荐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434840"/>
            <a:ext cx="5303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2563EB"/>
                </a:solidFill>
                <a:latin typeface="Microsoft YaHei"/>
              </a:rPr>
              <a:t>CCMI 核心公式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r = 1[sign(E)=sign(F)] · sign(E+F) · min(|E|,|F|)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43484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为什么有效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只有 EEG 与 fNIRS 同向时才修正，避免单模态噪声把预测拉偏。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输出头模块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当前最优来自可信残差场，而不是直接加复杂网络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90982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234440"/>
                <a:gridCol w="1234440"/>
                <a:gridCol w="1234440"/>
                <a:gridCol w="82296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输出头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Overall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Valence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Arousal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200 manual dimwise fusion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28.6912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26.9046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218 SCRF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28.6869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26.8961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222 BCRF on SCRF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16A34A"/>
                          </a:solidFill>
                          <a:latin typeface="Microsoft YaHei"/>
                        </a:rPr>
                        <a:t>28.6868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26.8958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16A34A"/>
                          </a:solidFill>
                          <a:latin typeface="Microsoft YaHei"/>
                        </a:rPr>
                        <a:t>推荐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224 BCRF brake disagreement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28.6880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26.8983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arousal residual probe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28.6912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26.9046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30.4778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4348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SCRF/BCRF 主要修 valence；arousal 多次 residual probe 后都不稳定，因此保持保守。</a:t>
            </a:r>
          </a:p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BCRF 的提升非常小，但可解释性较强：它估计“残差是否可信”，而不是盲目拟合残差。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SCRF-BCRF 模块逻辑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Sign-Consistent Bayesian Credible Residual 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OOF residual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低维分组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04288" y="181965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43984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median/MAD/n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06240" y="181965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45936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可信权重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08192" y="181965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47888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符号一致门控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10144" y="181965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49840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最终修正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12096" y="181965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2788920"/>
            <a:ext cx="3429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2563EB"/>
                </a:solidFill>
                <a:latin typeface="Microsoft YaHei"/>
              </a:rPr>
              <a:t>残差定义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r_i = y_i - p_i；只用 OOF 预测构建残差表，降低泄漏风险。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788920"/>
            <a:ext cx="3429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可信权重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w = n/(n+k) · 1/(1+MAD/c) · sigmoid(z-τ) · sign_strength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78892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97706"/>
                </a:solidFill>
                <a:latin typeface="Microsoft YaHei"/>
              </a:rPr>
              <a:t>应用范围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主要作用于 valence；arousal correction 基本关闭。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这个模块的创新点不是“拟合更复杂”，而是把残差修正变成可置信的低维统计决策。</a:t>
            </a:r>
          </a:p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它适合小样本、跨主体、强噪声场景：宁可少修，也不让噪声修正毁掉基线。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当前最佳框架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强先验 + 可信残差；信号模块还未和 222 完整融合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原始 EEG/fNIRS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特征统计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04288" y="172821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43984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PatternPrior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06240" y="172821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45936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Dimwise Head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08192" y="172821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47888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SCRF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10144" y="172821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49840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BCRF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12096" y="172821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30175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EEG residual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30175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fNIRS residual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04288" y="3328415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43984" y="30175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CCMI gate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06240" y="3328415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45936" y="30175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signal correction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08192" y="3328415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" y="4343400"/>
            <a:ext cx="3474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16A34A"/>
                </a:solidFill>
                <a:latin typeface="Microsoft YaHei"/>
              </a:rPr>
              <a:t>已验证全局最佳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222_BCRF_onSCRF：Overall MAE 28.6868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4343400"/>
            <a:ext cx="3474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已验证信号最佳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D2 + C5：Overall MAE 28.7145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34340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未完成验证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222 + 小 CCMI 残差，需要 per-sample cache。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去视频/时间前导实验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直接处理 EEG/fNIRS，隔离生理信号真实贡献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61872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97280"/>
                <a:gridCol w="1097280"/>
                <a:gridCol w="109728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Overall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Valence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Arousal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Official ASAC demo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47.0087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49.2285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44.7890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官方式小模型，单固定 split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Center128 no-prior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47.5663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52.1980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42.9346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无信号、无先验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333_PCAEarlyDirectRidge_c8_a10000p0_SignalSmooth5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47.0764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50.6582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43.4946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最佳直接信号模型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222_BCRF_onSCRF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16A34A"/>
                          </a:solidFill>
                          <a:latin typeface="Microsoft YaHei"/>
                        </a:rPr>
                        <a:t>28.6868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26.8958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含强先验 + 可信校准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389120"/>
            <a:ext cx="3291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16A34A"/>
                </a:solidFill>
                <a:latin typeface="Microsoft YaHei"/>
              </a:rPr>
              <a:t>信号收益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相对 Center128 改善 0.4899 MAE。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389120"/>
            <a:ext cx="3291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先验差距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相对全局最佳仍差 18.3896 MAE。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38912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2563EB"/>
                </a:solidFill>
                <a:latin typeface="Microsoft YaHei"/>
              </a:rPr>
              <a:t>结论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生理信号可用，但必须低维、保守、可置信地融合。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阶段性结论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下一步从“刷分”转向“可解释可发表”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当前最优：222_BCRF_onSCRF，Overall MAE 28.6868；它说明低维可信残差有效。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最优信号融合：CCMI PriorSlopeGate，Overall MAE 28.7145；它说明 EEG/fNIRS 同向证据有价值。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最重要的审稿风险：模型是否依赖视频/时间前导，而不是生理信号。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下一轮实验要去掉 video/time prior，保留官方式输入接口，重新评估几个好模块。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论文方向：小样本跨主体情绪解码中的可信残差校准与保守多模态交集融合。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0F172A"/>
                </a:solidFill>
                <a:latin typeface="Microsoft YaHei"/>
              </a:rPr>
              <a:t>原创模块总览：CRF-Fusion（可信残差融合）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把强先验、可信校准和 EEG-fNIRS 生理证据拆成三条可解释支路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D9488"/>
                </a:solidFill>
                <a:latin typeface="Microsoft YaHei"/>
              </a:rPr>
              <a:t>信号支路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2563EB"/>
                </a:solidFill>
                <a:latin typeface="Microsoft YaHei"/>
              </a:rPr>
              <a:t>先验支路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7C3AED"/>
                </a:solidFill>
                <a:latin typeface="Microsoft YaHei"/>
              </a:rPr>
              <a:t>可信校准支路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0D9488"/>
                </a:solidFill>
                <a:latin typeface="Microsoft YaHei"/>
              </a:rPr>
              <a:t>EEG / fNIRS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原始生理信号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600200"/>
            <a:ext cx="17830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0D9488"/>
                </a:solidFill>
                <a:latin typeface="Microsoft YaHei"/>
              </a:rPr>
              <a:t>φ_s(signal)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频带、血氧、滞后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600200"/>
            <a:ext cx="1874519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0D9488"/>
                </a:solidFill>
                <a:latin typeface="Microsoft YaHei"/>
              </a:rPr>
              <a:t>Δ_sig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信号残差候选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1929384"/>
            <a:ext cx="365760" cy="0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34840" y="1929384"/>
            <a:ext cx="365760" cy="0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310896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2563EB"/>
                </a:solidFill>
                <a:latin typeface="Microsoft YaHei"/>
              </a:rPr>
              <a:t>sample_id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视频与秒级位置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08960"/>
            <a:ext cx="17830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2563EB"/>
                </a:solidFill>
                <a:latin typeface="Microsoft YaHei"/>
              </a:rPr>
              <a:t>p0(v,t)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视频-时间先验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3108960"/>
            <a:ext cx="1874519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2563EB"/>
                </a:solidFill>
                <a:latin typeface="Microsoft YaHei"/>
              </a:rPr>
              <a:t>ŷ0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基础预测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3438144"/>
            <a:ext cx="365760" cy="0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34840" y="3438144"/>
            <a:ext cx="365760" cy="0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461772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7C3AED"/>
                </a:solidFill>
                <a:latin typeface="Microsoft YaHei"/>
              </a:rPr>
              <a:t>OOF residual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r = y - ŷ0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617720"/>
            <a:ext cx="17830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7C3AED"/>
                </a:solidFill>
                <a:latin typeface="Microsoft YaHei"/>
              </a:rPr>
              <a:t>SCRF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符号一致残差场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617720"/>
            <a:ext cx="1874519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7C3AED"/>
                </a:solidFill>
                <a:latin typeface="Microsoft YaHei"/>
              </a:rPr>
              <a:t>BCRF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贝叶斯可信权重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4946904"/>
            <a:ext cx="365760" cy="0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34840" y="4946904"/>
            <a:ext cx="365760" cy="0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52360" y="233172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300">
                <a:solidFill>
                  <a:srgbClr val="16A34A"/>
                </a:solidFill>
                <a:latin typeface="Microsoft YaHei"/>
              </a:rPr>
              <a:t>融合方程</a:t>
            </a:r>
          </a:p>
          <a:p>
            <a:pPr algn="ctr">
              <a:spcBef>
                <a:spcPts val="300"/>
              </a:spcBef>
            </a:pPr>
            <a:r>
              <a:rPr b="0" sz="1019">
                <a:solidFill>
                  <a:srgbClr val="475569"/>
                </a:solidFill>
                <a:latin typeface="Microsoft YaHei"/>
              </a:rPr>
              <a:t>ŷ = clip(p0 + Δ_cal + λ·g_ccmi·Δ_sig, 1, 255)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4160520"/>
            <a:ext cx="251460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16A34A"/>
                </a:solidFill>
                <a:latin typeface="Microsoft YaHei"/>
              </a:rPr>
              <a:t>输出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valence（效价） / arousal（唤醒度）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75120" y="1929384"/>
            <a:ext cx="777240" cy="859536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75120" y="2907792"/>
            <a:ext cx="777240" cy="530352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5120" y="3154680"/>
            <a:ext cx="777240" cy="1792224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35440" y="3566160"/>
            <a:ext cx="0" cy="594360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5715000"/>
            <a:ext cx="10561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F172A"/>
                </a:solidFill>
                <a:latin typeface="Microsoft YaHei"/>
              </a:rPr>
              <a:t>核心思想：先验负责解释可重复的视频-时间轨迹，SCRF/BCRF 负责修正系统性偏差，CCMI 只在 EEG 与 fNIRS 同向支持时加入小幅生理残差。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0F172A"/>
                </a:solidFill>
                <a:latin typeface="Microsoft YaHei"/>
              </a:rPr>
              <a:t>SCRF-BCRF（符号一致贝叶斯可信残差场）结构图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将残差学习改造成低维、可置信、可解释的统计校准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82880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2563EB"/>
                </a:solidFill>
                <a:latin typeface="Microsoft YaHei"/>
              </a:rPr>
              <a:t>输入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OOF（折外预测）残差
r_i = y_i - p_i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417320"/>
            <a:ext cx="214884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0D9488"/>
                </a:solidFill>
                <a:latin typeface="Microsoft YaHei"/>
              </a:rPr>
              <a:t>状态分组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video-time / time-value
value-slope /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17320"/>
            <a:ext cx="210312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D97706"/>
                </a:solidFill>
                <a:latin typeface="Microsoft YaHei"/>
              </a:rPr>
              <a:t>稳健统计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median, MAD, n, z
sign_strength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17320"/>
            <a:ext cx="214884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7C3AED"/>
                </a:solidFill>
                <a:latin typeface="Microsoft YaHei"/>
              </a:rPr>
              <a:t>可信权重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w_g = shrink(n) · robust(MAD)
· sigmoid(z-τ) · 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417320"/>
            <a:ext cx="141732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16A34A"/>
                </a:solidFill>
                <a:latin typeface="Microsoft YaHei"/>
              </a:rPr>
              <a:t>输出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Δ_cal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773936"/>
            <a:ext cx="32004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83480" y="1773936"/>
            <a:ext cx="32004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1773936"/>
            <a:ext cx="320039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75520" y="1773936"/>
            <a:ext cx="27432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2743200"/>
            <a:ext cx="3246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SCRF（符号一致残差场）</a:t>
            </a:r>
          </a:p>
          <a:p>
            <a:pPr algn="ctr">
              <a:spcBef>
                <a:spcPts val="300"/>
              </a:spcBef>
            </a:pPr>
            <a:r>
              <a:rPr b="0" sz="919">
                <a:solidFill>
                  <a:srgbClr val="475569"/>
                </a:solidFill>
                <a:latin typeface="Microsoft YaHei"/>
              </a:rPr>
              <a:t>只保留多个低维视角方向一致的残差。
如果某个 cell 内符号分裂，直接降低修正强度。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743200"/>
            <a:ext cx="3246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7C3AED"/>
                </a:solidFill>
                <a:latin typeface="Microsoft YaHei"/>
              </a:rPr>
              <a:t>BCRF（贝叶斯可信残差场）</a:t>
            </a:r>
          </a:p>
          <a:p>
            <a:pPr algn="ctr">
              <a:spcBef>
                <a:spcPts val="300"/>
              </a:spcBef>
            </a:pPr>
            <a:r>
              <a:rPr b="0" sz="919">
                <a:solidFill>
                  <a:srgbClr val="475569"/>
                </a:solidFill>
                <a:latin typeface="Microsoft YaHei"/>
              </a:rPr>
              <a:t>用样本数、MAD（中位绝对偏差）和 z-score（标准化置信度）估计 correction 是否可信。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43200"/>
            <a:ext cx="306324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16A34A"/>
                </a:solidFill>
                <a:latin typeface="Microsoft YaHei"/>
              </a:rPr>
              <a:t>Valence-only（只修效价）</a:t>
            </a:r>
          </a:p>
          <a:p>
            <a:pPr algn="ctr">
              <a:spcBef>
                <a:spcPts val="300"/>
              </a:spcBef>
            </a:pPr>
            <a:r>
              <a:rPr b="0" sz="919">
                <a:solidFill>
                  <a:srgbClr val="475569"/>
                </a:solidFill>
                <a:latin typeface="Microsoft YaHei"/>
              </a:rPr>
              <a:t>实验显示 arousal（唤醒度）残差不稳定，因此默认只对 valence 做小幅校准。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709160"/>
            <a:ext cx="1001268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最终形式</a:t>
            </a:r>
          </a:p>
          <a:p>
            <a:pPr algn="ctr">
              <a:spcBef>
                <a:spcPts val="300"/>
              </a:spcBef>
            </a:pPr>
            <a:r>
              <a:rPr b="0" sz="1000">
                <a:solidFill>
                  <a:srgbClr val="475569"/>
                </a:solidFill>
                <a:latin typeface="Microsoft YaHei"/>
              </a:rPr>
              <a:t>Δ_cal(i) = Σ_g  w_g(i) · median(r | cell_g(i))，并经过符号一致门控与幅度裁剪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30">
                <a:solidFill>
                  <a:srgbClr val="0F172A"/>
                </a:solidFill>
                <a:latin typeface="Microsoft YaHei"/>
              </a:rPr>
              <a:t>可发表点：模块不是简单残差叠加，而是把“是否应该修正”显式建模，适合小样本、跨主体、高噪声的生理情绪预测。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0F172A"/>
                </a:solidFill>
                <a:latin typeface="Microsoft YaHei"/>
              </a:rPr>
              <a:t>CCMI（保守跨模态交集）融合图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用 EEG 与 fNIRS 的同向交集约束生理残差，避免单模态过度修正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645920"/>
            <a:ext cx="2926080" cy="2011680"/>
          </a:xfrm>
          <a:prstGeom prst="ellipse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71800" y="1645920"/>
            <a:ext cx="2926080" cy="2011680"/>
          </a:xfrm>
          <a:prstGeom prst="ellipse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148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2563EB"/>
                </a:solidFill>
                <a:latin typeface="Microsoft YaHei"/>
              </a:rPr>
              <a:t>EEG 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148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0D9488"/>
                </a:solidFill>
                <a:latin typeface="Microsoft YaHei"/>
              </a:rPr>
              <a:t>fNIRS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331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D97706"/>
                </a:solidFill>
                <a:latin typeface="Microsoft YaHei"/>
              </a:rPr>
              <a:t>同向交集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060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2563EB"/>
                </a:solidFill>
                <a:latin typeface="Microsoft YaHei"/>
              </a:rPr>
              <a:t>e_i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0D9488"/>
                </a:solidFill>
                <a:latin typeface="Microsoft YaHei"/>
              </a:rPr>
              <a:t>f_i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17320"/>
            <a:ext cx="196596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2563EB"/>
                </a:solidFill>
                <a:latin typeface="Microsoft YaHei"/>
              </a:rPr>
              <a:t>符号一致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A = 1[sign(e)=sign(f)]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417320"/>
            <a:ext cx="196596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0D9488"/>
                </a:solidFill>
                <a:latin typeface="Microsoft YaHei"/>
              </a:rPr>
              <a:t>幅度交集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m = min(|e|, |f|)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606040"/>
            <a:ext cx="196596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7C3AED"/>
                </a:solidFill>
                <a:latin typeface="Microsoft YaHei"/>
              </a:rPr>
              <a:t>状态门控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g_s = gate(slope(p0))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606040"/>
            <a:ext cx="196596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D97706"/>
                </a:solidFill>
                <a:latin typeface="Microsoft YaHei"/>
              </a:rPr>
              <a:t>方向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d = sign(e+f)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4023360"/>
            <a:ext cx="370332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300">
                <a:solidFill>
                  <a:srgbClr val="16A34A"/>
                </a:solidFill>
                <a:latin typeface="Microsoft YaHei"/>
              </a:rPr>
              <a:t>CCMI residual</a:t>
            </a:r>
          </a:p>
          <a:p>
            <a:pPr algn="ctr">
              <a:spcBef>
                <a:spcPts val="300"/>
              </a:spcBef>
            </a:pPr>
            <a:r>
              <a:rPr b="0" sz="1100">
                <a:solidFill>
                  <a:srgbClr val="475569"/>
                </a:solidFill>
                <a:latin typeface="Microsoft YaHei"/>
              </a:rPr>
              <a:t>Δ_sig = A · g_s · d · 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160520" y="1755648"/>
            <a:ext cx="2514600" cy="896112"/>
          </a:xfrm>
          <a:prstGeom prst="line">
            <a:avLst/>
          </a:prstGeom>
          <a:ln w="1778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62672" y="2103120"/>
            <a:ext cx="0" cy="50292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40112" y="2103120"/>
            <a:ext cx="0" cy="50292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62672" y="3291840"/>
            <a:ext cx="521207" cy="73152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464040" y="3291840"/>
            <a:ext cx="576072" cy="73152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45720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20">
                <a:solidFill>
                  <a:srgbClr val="0F172A"/>
                </a:solidFill>
                <a:latin typeface="Microsoft YaHei"/>
              </a:rPr>
              <a:t>设计依据：EEG 响应快但噪声高，fNIRS 响应慢但反映血氧变化。只有两者方向一致时，才认为生理证据足够可信。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257800"/>
            <a:ext cx="4434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20">
                <a:solidFill>
                  <a:srgbClr val="16A34A"/>
                </a:solidFill>
                <a:latin typeface="Microsoft YaHei"/>
              </a:rPr>
              <a:t>实验结论：最佳信号融合路径为 273_CCMI_PriorSlopeGate，Overall MAE = 28.7145。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0F172A"/>
                </a:solidFill>
                <a:latin typeface="Microsoft YaHei"/>
              </a:rPr>
              <a:t>为什么这样拼接：数学逻辑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把不同模块放在互补位置，而不是简单堆叠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300">
                <a:solidFill>
                  <a:srgbClr val="2563EB"/>
                </a:solidFill>
                <a:latin typeface="Microsoft YaHei"/>
              </a:rPr>
              <a:t>标签分解</a:t>
            </a:r>
          </a:p>
          <a:p>
            <a:pPr algn="ctr">
              <a:spcBef>
                <a:spcPts val="300"/>
              </a:spcBef>
            </a:pPr>
            <a:r>
              <a:rPr b="0" sz="1200">
                <a:solidFill>
                  <a:srgbClr val="475569"/>
                </a:solidFill>
                <a:latin typeface="Microsoft YaHei"/>
              </a:rPr>
              <a:t>y = p0(v,t) + r*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29184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300">
                <a:solidFill>
                  <a:srgbClr val="0D9488"/>
                </a:solidFill>
                <a:latin typeface="Microsoft YaHei"/>
              </a:rPr>
              <a:t>残差分解</a:t>
            </a:r>
          </a:p>
          <a:p>
            <a:pPr algn="ctr">
              <a:spcBef>
                <a:spcPts val="300"/>
              </a:spcBef>
            </a:pPr>
            <a:r>
              <a:rPr b="0" sz="1200">
                <a:solidFill>
                  <a:srgbClr val="475569"/>
                </a:solidFill>
                <a:latin typeface="Microsoft YaHei"/>
              </a:rPr>
              <a:t>r* = r_bias + r_signal + 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17320"/>
            <a:ext cx="31546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300">
                <a:solidFill>
                  <a:srgbClr val="16A34A"/>
                </a:solidFill>
                <a:latin typeface="Microsoft YaHei"/>
              </a:rPr>
              <a:t>预测组合</a:t>
            </a:r>
          </a:p>
          <a:p>
            <a:pPr algn="ctr">
              <a:spcBef>
                <a:spcPts val="300"/>
              </a:spcBef>
            </a:pPr>
            <a:r>
              <a:rPr b="0" sz="1200">
                <a:solidFill>
                  <a:srgbClr val="475569"/>
                </a:solidFill>
                <a:latin typeface="Microsoft YaHei"/>
              </a:rPr>
              <a:t>ŷ = p0 + Δ_cal + λΔ_sig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1874519"/>
            <a:ext cx="41148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26679" y="1874519"/>
            <a:ext cx="411481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743200"/>
          <a:ext cx="105613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331720"/>
                <a:gridCol w="68122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930">
                          <a:solidFill>
                            <a:srgbClr val="FFFFFF"/>
                          </a:solidFill>
                          <a:latin typeface="Microsoft YaHei"/>
                        </a:rPr>
                        <a:t>符号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30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30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p0(v,t)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视频-时间先验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解释视频刺激和时间轨迹的稳定均值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Δ_cal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SCRF-BCRF 校准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修正先验在某些状态下的系统性偏差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Δ_sig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CCMI 生理残差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只在 EEG 与 fNIRS 同向时加入小幅信号证据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λ / gate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缩放与门控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控制自由度，减少跨主体过拟合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8680" y="5074920"/>
            <a:ext cx="10287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30">
                <a:solidFill>
                  <a:srgbClr val="0F172A"/>
                </a:solidFill>
                <a:latin typeface="Microsoft YaHei"/>
              </a:rPr>
              <a:t>当前结果支持这个分解：全局最佳 28.6868 主要来自 p0 + Δ_cal；no-prior 直接信号最佳 47.0764，说明 Δ_sig 有信息但必须保守使用。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0F172A"/>
                </a:solidFill>
                <a:latin typeface="Microsoft YaHei"/>
              </a:rPr>
              <a:t>汇报话术：贡献、证据与风险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把比赛成绩和论文创新分开讲，避免被审稿人认为只是利用数据先验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8356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915400"/>
              </a:tblGrid>
              <a:tr h="424542">
                <a:tc>
                  <a:txBody>
                    <a:bodyPr/>
                    <a:lstStyle/>
                    <a:p>
                      <a:pPr algn="ctr"/>
                      <a:r>
                        <a:rPr b="1" sz="910">
                          <a:solidFill>
                            <a:srgbClr val="FFFFFF"/>
                          </a:solidFill>
                          <a:latin typeface="Microsoft YaHei"/>
                        </a:rPr>
                        <a:t>汇报点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0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跨主体 EEG+fNIRS 连续情绪回归，小样本、高噪声、强视频时间结构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核心贡献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CRF-Fusion：可信残差校准 + 保守跨模态交集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最好结果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222_BCRF_onSCRF: Overall MAE 28.6868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信号证据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CCMI PriorSlopeGate: Overall MAE 28.7145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去先验结果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47.0764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审稿风险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需要明确区分视频-时间先验、输出校准、生理信号贡献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4800600"/>
            <a:ext cx="320040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不要这样说</a:t>
            </a:r>
          </a:p>
          <a:p>
            <a:pPr algn="ctr">
              <a:spcBef>
                <a:spcPts val="300"/>
              </a:spcBef>
            </a:pPr>
            <a:r>
              <a:rPr b="0" sz="1000">
                <a:solidFill>
                  <a:srgbClr val="475569"/>
                </a:solidFill>
                <a:latin typeface="Microsoft YaHei"/>
              </a:rPr>
              <a:t>“大模型已经强力解码情绪。”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800600"/>
            <a:ext cx="617220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16A34A"/>
                </a:solidFill>
                <a:latin typeface="Microsoft YaHei"/>
              </a:rPr>
              <a:t>建议这样说</a:t>
            </a:r>
          </a:p>
          <a:p>
            <a:pPr algn="ctr">
              <a:spcBef>
                <a:spcPts val="300"/>
              </a:spcBef>
            </a:pPr>
            <a:r>
              <a:rPr b="0" sz="1000">
                <a:solidFill>
                  <a:srgbClr val="475569"/>
                </a:solidFill>
                <a:latin typeface="Microsoft YaHei"/>
              </a:rPr>
              <a:t>“在强视频时间结构下，我们提出可解释的可信残差融合，用保守信号证据改善跨主体预测。”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Image2 生成模块图：CRF-Fusion（可信残差融合）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该图由 image2 生成科研风格底图，再叠加准确术语、公式和中文解释</a:t>
            </a:r>
          </a:p>
        </p:txBody>
      </p:sp>
      <p:pic>
        <p:nvPicPr>
          <p:cNvPr id="5" name="Picture 4" descr="crf_fusion_image2_labe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11384280" cy="64070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23620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19">
                <a:solidFill>
                  <a:srgbClr val="475569"/>
                </a:solidFill>
                <a:latin typeface="Microsoft YaHei"/>
              </a:rPr>
              <a:t>图中三条支路分别对应：直接生理证据、视频/时间先导、可信残差校准；两种提交路线会分别启用不同支路组合。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提交路线 A：视频/时间先导高分模型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目标是 leaderboard 分数；允许利用 sample_id 中的 video/time 结构，但必须说明其先验属性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2707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011680"/>
                <a:gridCol w="3749039"/>
                <a:gridCol w="2377440"/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启用内容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当前证据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PatternPrior（视频-时间模式先验）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p0(video,time)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学习每个视频每秒的平均情绪轨迹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PatternPrior_098: 28.7462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SCRF-BCRF（可信残差校准）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Δ_cal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只修正可信系统性残差，主要修 valence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222_BCRF_onSCRF: 28.6868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CCMI（保守跨模态交集）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λ·g·Δ_sig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作为小幅生理残差候选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Best signal path: 28.7145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2519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F172A"/>
                </a:solidFill>
                <a:latin typeface="Microsoft YaHei"/>
              </a:rPr>
              <a:t>提交形式：输出 raw [1,255] 的 valence（效价）和 arousal（唤醒度）回归值。当前推荐主提交使用 222_BCRF_onSCRF；如果后续完成 per-sample cache，再尝试叠加小权重 CCMI。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50">
                <a:solidFill>
                  <a:srgbClr val="DC2626"/>
                </a:solidFill>
                <a:latin typeface="Microsoft YaHei"/>
              </a:rPr>
              <a:t>汇报时要强调：这条路线是比赛高分路线，利用了公开训练集中可复现的视频/时间轨迹结构，不等价于纯生理信号解码。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提交路线 B：直接生理信号模型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目标是验证 EEG+fNIRS 本身的可解码性；不使用 VideoTimeMean / PatternPrior / video-time cell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27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1234440"/>
                <a:gridCol w="1234440"/>
                <a:gridCol w="1234440"/>
                <a:gridCol w="352044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Overall MAE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Valence MAE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Arousal MAE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Official ASAC demo（官方演示）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47.0087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49.2285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44.7890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官方式信号模型参考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Center128 no-prior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47.5663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52.1980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42.9346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无信号、无先验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333_PCAEarlyDirectRidge_c8_a10000p0_SignalSmooth5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47.0764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50.6582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43.4946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当前最佳直接生理路线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297680"/>
            <a:ext cx="10378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F172A"/>
                </a:solidFill>
                <a:latin typeface="Microsoft YaHei"/>
              </a:rPr>
              <a:t>提交形式仍是回归预测，不改成离散分类；这里的“直接生理”指模型只读 EEG/fNIRS 特征，不读训练标签形成的视频-时间先验。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10378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50">
                <a:solidFill>
                  <a:srgbClr val="0D9488"/>
                </a:solidFill>
                <a:latin typeface="Microsoft YaHei"/>
              </a:rPr>
              <a:t>当前结论：直接生理模型比 Center128 改善约 0.4899 MAE，但比高分先导路线差约 18.3896 MAE；它适合作为论文中的“去先验生理证据”对照提交。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两种提交路线如何同时使用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一个追求比赛分数，一个支撑论文可信性和消融分析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270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617720"/>
                <a:gridCol w="4663440"/>
              </a:tblGrid>
              <a:tr h="541020"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路线 A：视频/时间先导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路线 B：直接生理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sample_id + EEG/fNIRS，可使用 video/time 统计先验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只用 EEG/fNIRS 特征，不用 video/time label 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争取 leaderboard 最低 MAE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验证生理信号本身是否可解码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当前最好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28.6868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47.0764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论文作用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证明可信残差校准能提升强基线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回应审稿人对先验泄漏/刺激记忆的质疑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容易被认为依赖视频刺激模式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分数较弱，需要解释为去先验对照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074920"/>
            <a:ext cx="10378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20">
                <a:solidFill>
                  <a:srgbClr val="16A34A"/>
                </a:solidFill>
                <a:latin typeface="Microsoft YaHei"/>
              </a:rPr>
              <a:t>建议提交策略：主榜提交路线 A；同时保留路线 B 作为备选/消融提交，并在论文或答辩中明确报告两者差距。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